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-6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27632"/>
            <a:ext cx="1737360" cy="17373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icons/language_for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044598"/>
            <a:ext cx="903427" cy="903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06040" y="14173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Samvaadhika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606040" y="2788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language barriers in BAIF's eLearning</a:t>
            </a:r>
            <a:endParaRPr lang="en-US" sz="1700" i="1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open-source translation for Hindi, Marathi and English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606040" y="4343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for Good Hackathon  |  Design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warn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483535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1335024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BAIF's eLearning content lives mainly in one language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range from head-office staff to field-based farmers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learners are most comfortable in Hindi or Marathi, not English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078992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9F1E0"/>
          </a:solidFill>
          <a:ln/>
          <a:effectLst>
            <a:outerShdw sx="100000" sy="100000" kx="0" ky="0" algn="bl" rotWithShape="0" blurRad="88900" dist="38100" dir="5400000">
              <a:srgbClr val="1B3A1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83480" y="1280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language barriers and expand access to learning and information in Indian regional languages.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30540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BAIF's real environment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43814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AFAF7"/>
          </a:solidFill>
          <a:ln w="9525">
            <a:solidFill>
              <a:srgbClr val="E3E8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35570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364479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34838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BAIF's existing low-spec PCs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09160" y="343814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AFAF7"/>
          </a:solidFill>
          <a:ln w="9525">
            <a:solidFill>
              <a:srgbClr val="E3E8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35570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cons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70" y="3644798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34838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source, no licenses to buy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409651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AFAF7"/>
          </a:solidFill>
          <a:ln w="9525">
            <a:solidFill>
              <a:srgbClr val="E3E8D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303166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1422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processing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runs at BAIF's Pune office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709160" y="409651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AFAF7"/>
          </a:solidFill>
          <a:ln w="9525">
            <a:solidFill>
              <a:srgbClr val="E3E8D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18888" y="42153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4" descr="icons/wif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70" y="4303166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76088" y="41422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playback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work in the field with no internet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sitem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483535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text  ·  audio  ·  video  ·  documents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207008"/>
            <a:ext cx="0" cy="256032"/>
          </a:xfrm>
          <a:prstGeom prst="line">
            <a:avLst/>
          </a:prstGeom>
          <a:noFill/>
          <a:ln w="19050">
            <a:solidFill>
              <a:srgbClr val="9AA593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57200" y="1481328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AFAF7"/>
          </a:solidFill>
          <a:ln w="12700">
            <a:solidFill>
              <a:srgbClr val="DCE3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910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BAIF on-prem deployment — Pune office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Windows PC or file server  ·  no GPU required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12848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E9F1E0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69748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access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299923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login, job queue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212848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E6EEF5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269748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01568" y="299923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ASR, MT, TTS, OCR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2212848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F6E7DA"/>
          </a:solidFill>
          <a:ln/>
        </p:spPr>
      </p:sp>
      <p:sp>
        <p:nvSpPr>
          <p:cNvPr id="17" name="Text 14"/>
          <p:cNvSpPr/>
          <p:nvPr/>
        </p:nvSpPr>
        <p:spPr>
          <a:xfrm>
            <a:off x="5961888" y="269748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reuse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61888" y="299923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 + audit log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17520" y="2944368"/>
            <a:ext cx="274320" cy="0"/>
          </a:xfrm>
          <a:prstGeom prst="line">
            <a:avLst/>
          </a:prstGeom>
          <a:noFill/>
          <a:ln w="19050">
            <a:solidFill>
              <a:srgbClr val="9AA59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577840" y="2944368"/>
            <a:ext cx="274320" cy="0"/>
          </a:xfrm>
          <a:prstGeom prst="line">
            <a:avLst/>
          </a:prstGeom>
          <a:noFill/>
          <a:ln w="19050">
            <a:solidFill>
              <a:srgbClr val="9AA59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72000" y="3813048"/>
            <a:ext cx="0" cy="256032"/>
          </a:xfrm>
          <a:prstGeom prst="line">
            <a:avLst/>
          </a:prstGeom>
          <a:noFill/>
          <a:ln w="19050">
            <a:solidFill>
              <a:srgbClr val="9AA593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text  ·  speech (TTS)  ·  subtitles  ·  files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at BAIF's Pune office; outputs are distributed for offline playback in the field.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cod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483535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open source, CPU only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78892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fits BAIF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Speech-to-text (ASR)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faster-whisper / AI4Bharat IndicWhisper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Quantized for CPU; tuned for Indic accents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(MT)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AI4Bharat IndicTrans2 (distilled)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Hindi/Marathi/English, preserves 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Text-to-speech (TTS)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 Parler-TTS / Coqui TTS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Indic voices for dubbed audio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(Hindi + Marathi + English)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PDFs and on-screen video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&amp;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SQLite + Windows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lightweight process, no DB server, no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icons/trophy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483535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win on BAIF's terms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1" descr="icons/heart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0" y="1216518"/>
            <a:ext cx="218724" cy="218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0607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86200" y="106070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solves BAIF's stated language-access problem for learners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1719072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2" descr="icons/chart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0" y="1820022"/>
            <a:ext cx="218724" cy="2187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1664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production readiness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886200" y="166420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Single-machine MVP, modular pipeline ready to grow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32257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4" name="Image 3" descr="icons/users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50" y="2423526"/>
            <a:ext cx="218724" cy="2187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22677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UX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886200" y="226771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translate, download — auto language detection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57200" y="2926080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8" name="Image 4" descr="icons/shield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50" y="302703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4128" y="28712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safety, fairness &amp; inclusivity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3886200" y="2871216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bias-flagged review, accessible by design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57200" y="3529584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2" name="Image 5" descr="icons/coins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50" y="3630534"/>
            <a:ext cx="218724" cy="2187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24128" y="34747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zero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3886200" y="34747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— no licences, no cloud fees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57200" y="418795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4322"/>
          </a:solidFill>
          <a:ln/>
        </p:spPr>
      </p:sp>
      <p:sp>
        <p:nvSpPr>
          <p:cNvPr id="26" name="Text 18"/>
          <p:cNvSpPr/>
          <p:nvPr/>
        </p:nvSpPr>
        <p:spPr>
          <a:xfrm>
            <a:off x="685800" y="41879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Differentiator: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cache, confidence-flagged translation, graceful offline degradation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cli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483535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by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clicks: upload, choose a language, download — no manual, no IT training required</a:t>
            </a:r>
            <a:endParaRPr lang="en-US" sz="1300" dirty="0"/>
          </a:p>
        </p:txBody>
      </p:sp>
      <p:pic>
        <p:nvPicPr>
          <p:cNvPr id="6" name="Dashboard mockup" descr="Samvaadhika app mockup: upload, choose language, down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715" y="1310640"/>
            <a:ext cx="6642570" cy="3132780"/>
          </a:xfrm>
          <a:prstGeom prst="rect">
            <a:avLst/>
          </a:prstGeom>
        </p:spPr>
      </p:pic>
      <p:sp>
        <p:nvSpPr>
          <p:cNvPr id="7" name="Text caption"/>
          <p:cNvSpPr/>
          <p:nvPr/>
        </p:nvSpPr>
        <p:spPr>
          <a:xfrm>
            <a:off x="457200" y="45034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training needed — a field officer can complete a translation in under two minutes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Multilingual Translation for BAIF eLearning</dc:title>
  <dc:subject>PptxGenJS Presentation</dc:subject>
  <dc:creator>BAIF Tech for Good Hackathon</dc:creator>
  <cp:lastModifiedBy>BAIF Tech for Good Hackathon</cp:lastModifiedBy>
  <cp:revision>1</cp:revision>
  <dcterms:created xsi:type="dcterms:W3CDTF">2026-06-27T11:57:05Z</dcterms:created>
  <dcterms:modified xsi:type="dcterms:W3CDTF">2026-06-27T11:57:05Z</dcterms:modified>
</cp:coreProperties>
</file>